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layfair Display"/>
      <p:regular r:id="rId17"/>
    </p:embeddedFont>
    <p:embeddedFont>
      <p:font typeface="Playfair Display"/>
      <p:regular r:id="rId18"/>
    </p:embeddedFont>
    <p:embeddedFont>
      <p:font typeface="Playfair Display"/>
      <p:regular r:id="rId19"/>
    </p:embeddedFont>
    <p:embeddedFont>
      <p:font typeface="Playfair Display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093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E-commerce FAQ Chatbot with Database Integration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670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Members: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8851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Tanmay Pathak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Shreyas Sj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Utkarsh Aryan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7392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Vansh Gupta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3573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Hackathon Round: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Round 1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Aim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build an AI chatbot that automates customer support by retrieving real-time order data and product info from a database.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37091"/>
            <a:ext cx="4810125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Project Objectives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834628" y="1435179"/>
            <a:ext cx="12961025" cy="1127046"/>
          </a:xfrm>
          <a:prstGeom prst="roundRect">
            <a:avLst>
              <a:gd name="adj" fmla="val 250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488" y="1458039"/>
            <a:ext cx="751284" cy="1081326"/>
          </a:xfrm>
          <a:prstGeom prst="roundRect">
            <a:avLst>
              <a:gd name="adj" fmla="val 99"/>
            </a:avLst>
          </a:prstGeom>
          <a:solidFill>
            <a:srgbClr val="E0E0EC"/>
          </a:solidFill>
          <a:ln/>
        </p:spPr>
      </p:sp>
      <p:sp>
        <p:nvSpPr>
          <p:cNvPr id="5" name="Text 3"/>
          <p:cNvSpPr/>
          <p:nvPr/>
        </p:nvSpPr>
        <p:spPr>
          <a:xfrm>
            <a:off x="1092279" y="1822609"/>
            <a:ext cx="28170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64268" y="164580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FAQ Logic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64268" y="2032516"/>
            <a:ext cx="1182076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 intent matching and response routing for common customer queries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34628" y="2717721"/>
            <a:ext cx="12961025" cy="1127046"/>
          </a:xfrm>
          <a:prstGeom prst="roundRect">
            <a:avLst>
              <a:gd name="adj" fmla="val 250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488" y="2740581"/>
            <a:ext cx="751284" cy="1081326"/>
          </a:xfrm>
          <a:prstGeom prst="roundRect">
            <a:avLst>
              <a:gd name="adj" fmla="val 99"/>
            </a:avLst>
          </a:prstGeom>
          <a:solidFill>
            <a:srgbClr val="E0E0EC"/>
          </a:solidFill>
          <a:ln/>
        </p:spPr>
      </p:sp>
      <p:sp>
        <p:nvSpPr>
          <p:cNvPr id="10" name="Text 8"/>
          <p:cNvSpPr/>
          <p:nvPr/>
        </p:nvSpPr>
        <p:spPr>
          <a:xfrm>
            <a:off x="1092279" y="3105150"/>
            <a:ext cx="28170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64268" y="2928342"/>
            <a:ext cx="242066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 Connectivity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64268" y="3315057"/>
            <a:ext cx="1182076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 live connection to a real-time database for dynamic data retrieval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34628" y="4000262"/>
            <a:ext cx="12961025" cy="1127046"/>
          </a:xfrm>
          <a:prstGeom prst="roundRect">
            <a:avLst>
              <a:gd name="adj" fmla="val 250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488" y="4023122"/>
            <a:ext cx="751284" cy="1081326"/>
          </a:xfrm>
          <a:prstGeom prst="roundRect">
            <a:avLst>
              <a:gd name="adj" fmla="val 99"/>
            </a:avLst>
          </a:prstGeom>
          <a:solidFill>
            <a:srgbClr val="E0E0E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79" y="4387691"/>
            <a:ext cx="28170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64268" y="4210883"/>
            <a:ext cx="254674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Order History Retrieval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64268" y="4597598"/>
            <a:ext cx="1182076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Placeholder: Enable users to fetch their past orders through the chat interface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34628" y="5282803"/>
            <a:ext cx="12961025" cy="1127046"/>
          </a:xfrm>
          <a:prstGeom prst="roundRect">
            <a:avLst>
              <a:gd name="adj" fmla="val 250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488" y="5305663"/>
            <a:ext cx="751284" cy="1081326"/>
          </a:xfrm>
          <a:prstGeom prst="roundRect">
            <a:avLst>
              <a:gd name="adj" fmla="val 99"/>
            </a:avLst>
          </a:prstGeom>
          <a:solidFill>
            <a:srgbClr val="E0E0EC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79" y="5670233"/>
            <a:ext cx="28170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64268" y="5493425"/>
            <a:ext cx="270248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Transit / Status Tracking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64268" y="5880140"/>
            <a:ext cx="1182076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real-time shipping and order status updates to customers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34628" y="6565344"/>
            <a:ext cx="12961025" cy="1127046"/>
          </a:xfrm>
          <a:prstGeom prst="roundRect">
            <a:avLst>
              <a:gd name="adj" fmla="val 250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7488" y="6588204"/>
            <a:ext cx="751284" cy="1081326"/>
          </a:xfrm>
          <a:prstGeom prst="roundRect">
            <a:avLst>
              <a:gd name="adj" fmla="val 99"/>
            </a:avLst>
          </a:prstGeom>
          <a:solidFill>
            <a:srgbClr val="E0E0EC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279" y="6952774"/>
            <a:ext cx="281702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64268" y="6775966"/>
            <a:ext cx="248781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Real-World Simulation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64268" y="7162681"/>
            <a:ext cx="1182076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Mimic the behavior of production e-commerce platforms for authentic testing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69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Core Features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39346"/>
            <a:ext cx="4196358" cy="2713196"/>
          </a:xfrm>
          <a:prstGeom prst="roundRect">
            <a:avLst>
              <a:gd name="adj" fmla="val 1254"/>
            </a:avLst>
          </a:prstGeom>
          <a:solidFill>
            <a:srgbClr val="E0E0EC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56616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753207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4734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Chat Interface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96383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Conversational UI for customer queries and bot responses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339346"/>
            <a:ext cx="4196358" cy="2713196"/>
          </a:xfrm>
          <a:prstGeom prst="roundRect">
            <a:avLst>
              <a:gd name="adj" fmla="val 1254"/>
            </a:avLst>
          </a:prstGeom>
          <a:solidFill>
            <a:srgbClr val="E0E0EC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356616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753207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4734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963835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operations via 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443776" y="546282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339346"/>
            <a:ext cx="4196358" cy="2713196"/>
          </a:xfrm>
          <a:prstGeom prst="roundRect">
            <a:avLst>
              <a:gd name="adj" fmla="val 1254"/>
            </a:avLst>
          </a:prstGeom>
          <a:solidFill>
            <a:srgbClr val="E0E0EC"/>
          </a:solidFill>
          <a:ln/>
        </p:spPr>
      </p:sp>
      <p:sp>
        <p:nvSpPr>
          <p:cNvPr id="15" name="Shape 11"/>
          <p:cNvSpPr/>
          <p:nvPr/>
        </p:nvSpPr>
        <p:spPr>
          <a:xfrm>
            <a:off x="9866948" y="356616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753207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4734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API Endpoints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496383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RESTful endpoints for chat processing and order data access]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49473"/>
            <a:ext cx="5801558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Basic Solution Architecture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05" y="1424821"/>
            <a:ext cx="12716470" cy="5819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1784" y="2188800"/>
            <a:ext cx="2813026" cy="351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71784" y="2640447"/>
            <a:ext cx="3100579" cy="50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JS chat UI sends/receives messages in real time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295107" y="4101657"/>
            <a:ext cx="2813025" cy="351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Backend API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57600" y="4553303"/>
            <a:ext cx="2850532" cy="50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Flask handles requests, auth, and business logic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71784" y="5089341"/>
            <a:ext cx="2813026" cy="351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71784" y="5540988"/>
            <a:ext cx="3100579" cy="50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chat messages and metadata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56905" y="7412831"/>
            <a:ext cx="1271647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[Placeholder: High-level view of how the UI, API, and DB interact to solve the project aim]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Stack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571994"/>
            <a:ext cx="6571417" cy="2134553"/>
          </a:xfrm>
          <a:prstGeom prst="roundRect">
            <a:avLst>
              <a:gd name="adj" fmla="val 1594"/>
            </a:avLst>
          </a:prstGeom>
          <a:solidFill>
            <a:srgbClr val="101014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4379952"/>
            <a:ext cx="6117788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— Flask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Lite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Frontend 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379952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87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Preview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4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Schema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355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document structure — UID, name, email, order references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6547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document structure — order ID, items, status, timestamps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254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API Endpoints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835598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Placeholder: Handles incoming user messages and returns bot responses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 /api/orders ]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Retrieves order history and status for a given user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/api/products ]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 Fetches product information for FAQ responses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50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Demo Journey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07450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Support Query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submits a question about their order or a product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407450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Order Lookup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 queries Firebase and retrieves matching order records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407450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Status Tracking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Bot returns real-time transit and delivery status to the user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Success Metrics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3F3F7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01014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Deployment Ready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59949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Fully function safe for deployment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3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01014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 Operations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Read, Update, Delete operations functioning on order data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3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01014"/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FAQ Responses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Working FAQ responses returned accurately for common queries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3F3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01014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716548"/>
            <a:ext cx="33993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Data from FAQ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and product data fetched live from the database during demo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179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 &amp; Q&amp;A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668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Real-Time FAQ database based-chatbot  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284940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D5D5D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04" y="4636651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4568428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welcome your feedback and questions. Thank you for your time!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2026-04-11T04:44:33Z</dcterms:created>
  <dcterms:modified xsi:type="dcterms:W3CDTF">2026-04-11T04:44:33Z</dcterms:modified>
</cp:coreProperties>
</file>